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3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0655" autoAdjust="0"/>
  </p:normalViewPr>
  <p:slideViewPr>
    <p:cSldViewPr snapToGrid="0">
      <p:cViewPr varScale="1">
        <p:scale>
          <a:sx n="98" d="100"/>
          <a:sy n="98" d="100"/>
        </p:scale>
        <p:origin x="972" y="8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main campus is fully wired with core-switch redundancy and structured cabling. Each switch connects multiple rooms, and everything routes back to the firewall and router infrastructure.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7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2 branch </a:t>
            </a: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campuses this is a screenshot of branch 1 there are mirrored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66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23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has a dedicated VLAN. This isolates traffic so students can't interact directly with servers or staff. VLAN 99 is used for switch management.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34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Sticky MAC locks a specific device's MAC address to a switch port. If another MAC appears, the port shuts down, preventing unauthorized device swaps. ACLs further block traffic between sensitive VLANs. Wi-Fi access is separated for guests and employees.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95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Horizon Community College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b="1" dirty="0"/>
              <a:t>Project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and implementation of a complete enterprise-level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main campus and two branch campuses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Cisco Packet Tracer used for layout, wiring, IP configuration, and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Focus: Security, scalability, internet connectivity, and VLAN segmentation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72D8BD7-2A85-293E-2D9C-1AF8FBAE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/>
          <a:lstStyle/>
          <a:p>
            <a:r>
              <a:rPr lang="en-US" b="1" dirty="0"/>
              <a:t>Main Campus</a:t>
            </a:r>
            <a:br>
              <a:rPr lang="en-US" dirty="0"/>
            </a:b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671F521-39C9-9077-45DC-E4A7473CF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2705177"/>
            <a:ext cx="3943627" cy="4489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4101381B-59DA-314A-C938-50847FF2109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3164867"/>
            <a:ext cx="3943627" cy="30327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 Classrooms (20 student stations each, shown as 3 PCs for clarity)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20 Offices (1 PC and phone each)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instructor station per classroom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core switch and firewall</a:t>
            </a:r>
          </a:p>
          <a:p>
            <a:endParaRPr lang="en-US" dirty="0"/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205E39EF-4903-7C68-9A32-15459D9F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pic>
        <p:nvPicPr>
          <p:cNvPr id="15" name="Content Placeholder 14" descr="A computer network diagram with many icons&#10;&#10;AI-generated content may be incorrect.">
            <a:extLst>
              <a:ext uri="{FF2B5EF4-FFF2-40B4-BE49-F238E27FC236}">
                <a16:creationId xmlns:a16="http://schemas.microsoft.com/office/drawing/2014/main" id="{289EEB72-9442-62A7-79BC-1B5C3F6F33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3217" y="2220753"/>
            <a:ext cx="6330180" cy="4444595"/>
          </a:xfrm>
        </p:spPr>
      </p:pic>
    </p:spTree>
    <p:extLst>
      <p:ext uri="{BB962C8B-B14F-4D97-AF65-F5344CB8AC3E}">
        <p14:creationId xmlns:p14="http://schemas.microsoft.com/office/powerpoint/2010/main" val="367904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CCC6-B5BF-E70B-0B03-4A64F7DA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Branch Campus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26673-1B39-FBB7-F478-32555104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A computer network diagram with many computers connected&#10;&#10;AI-generated content may be incorrect.">
            <a:extLst>
              <a:ext uri="{FF2B5EF4-FFF2-40B4-BE49-F238E27FC236}">
                <a16:creationId xmlns:a16="http://schemas.microsoft.com/office/drawing/2014/main" id="{33390013-1B8A-445C-0781-2237A237D0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1043" y="2705177"/>
            <a:ext cx="6748496" cy="321251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39E1F-96A4-F76C-ECCA-6743557B3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C5361-2CD8-E193-4991-EF9AE245C06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 Classrooms and 5 Offices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ISR Router, and ASA Firewall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CC0EE-F4C0-B8E3-9F80-AD3E4901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1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5617-E43D-AAD6-8AFC-3CBEDB3D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437283" cy="12788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Logical Network Topology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82A11-39A1-21A2-3C47-05579B21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 Router (Main campus) handles inter-VLAN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switches per room connected with trunk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ASA 5505 firewall filters outbound/inbound traffic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DD1A2-37CF-5D93-2F1A-39312B0E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1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8B85-9865-518C-4A86-CB480CD5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VLAN Segmentation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1084-CC2F-F3B8-C864-288DAA0E0B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10 – Admin: 192.168.10.0/24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20 – Students: 192.168.20.0/24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30 – Instructors: 192.168.30.0/24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40 – Servers: 192.168.40.0/24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50 – Printers: 192.168.50.0/24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60 – Wireless: 192.168.60.0/24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VLAN 99 – Management: 192.168.99.0/24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03BC-7E20-85AF-3169-FA1D1C48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3893-0DDE-2217-7565-4B109B06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Features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C0746-3E84-57CF-4173-8A07BA4D2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VLANs isolate traffic between student, office, server, and guest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ACLs prevent student-to-server/printing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Sticky MAC and port security on access 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WPA2-Enterprise for staff Wi-Fi, WPA2-PSK for guest VLAN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70256-6647-7D3D-B2D4-27F875CD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71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1F5F-1AF9-40CE-E6C4-B9C5E2BD27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75F73-6CC0-F7C4-9433-8C8DA7BF9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9" y="3238103"/>
            <a:ext cx="5897217" cy="299704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Secure, scalable, and redundant network for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Simulated real-world deployment with full IP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Easily expandable for new campuses or technologies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C0559-EB49-FA27-2A75-D8A48321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695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{A048C4C1-B60B-4A5D-A9F2-932426E22872}tf67328976_win32</Template>
  <TotalTime>53</TotalTime>
  <Words>367</Words>
  <Application>Microsoft Office PowerPoint</Application>
  <PresentationFormat>Widescreen</PresentationFormat>
  <Paragraphs>53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Google Sans</vt:lpstr>
      <vt:lpstr>Tenorite</vt:lpstr>
      <vt:lpstr>Custom</vt:lpstr>
      <vt:lpstr>Horizon Community College</vt:lpstr>
      <vt:lpstr>Project Summary</vt:lpstr>
      <vt:lpstr>Main Campus </vt:lpstr>
      <vt:lpstr>Branch Campus </vt:lpstr>
      <vt:lpstr>Logical Network Topology </vt:lpstr>
      <vt:lpstr>VLAN Segmentation </vt:lpstr>
      <vt:lpstr>Security Features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Bryen Dewitt</dc:creator>
  <cp:lastModifiedBy>Bryen Dewitt</cp:lastModifiedBy>
  <cp:revision>3</cp:revision>
  <dcterms:created xsi:type="dcterms:W3CDTF">2025-04-30T23:04:49Z</dcterms:created>
  <dcterms:modified xsi:type="dcterms:W3CDTF">2025-05-01T20:14:48Z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